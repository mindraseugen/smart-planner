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583680" cy="6583680"/>
          </a:xfrm>
          <a:prstGeom prst="ellipse">
            <a:avLst/>
          </a:prstGeom>
          <a:solidFill>
            <a:srgbClr val="141C4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41C4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 LAYOUT &amp; RESPONSIVE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Intelligente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finali e giustificazioni tecniche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0" cy="1051560"/>
          </a:xfrm>
          <a:prstGeom prst="line">
            <a:avLst/>
          </a:prstGeom>
          <a:noFill/>
          <a:ln w="19050">
            <a:solidFill>
              <a:srgbClr val="3A4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1605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Tailwind v4 · PWA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 in dev, build di produzione, viewport desktop (1280px) e mobile (375px)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8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agosto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Sintesi esecutiva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layout non convince: non è (solo) una questione estetica.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82296"/>
          </a:xfrm>
          <a:prstGeom prst="roundRect">
            <a:avLst>
              <a:gd name="adj" fmla="val 44444"/>
            </a:avLst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6596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7706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voci di menu portano 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pagina non finita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01368"/>
            <a:ext cx="502920" cy="82296"/>
          </a:xfrm>
          <a:prstGeom prst="roundRect">
            <a:avLst>
              <a:gd name="adj" fmla="val 44444"/>
            </a:avLst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3575304" y="196596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75304" y="27706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funzionale critico: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Service Worker non si registra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1801368"/>
            <a:ext cx="502920" cy="82296"/>
          </a:xfrm>
          <a:prstGeom prst="roundRect">
            <a:avLst>
              <a:gd name="adj" fmla="val 44444"/>
            </a:avLst>
          </a:prstGeom>
          <a:solidFill>
            <a:srgbClr val="E3A008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196596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37376" y="27706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testo perso su mobile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una singola regola CSS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36024" y="1801368"/>
            <a:ext cx="502920" cy="82296"/>
          </a:xfrm>
          <a:prstGeom prst="roundRect">
            <a:avLst>
              <a:gd name="adj" fmla="val 44444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299448" y="196596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99448" y="27706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&lt;main&gt; duplicati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stesso DOM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192256" cy="233172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Verdetto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layout non ti soddisfa perché il prodotto non è finito, non solo perché è disegnato male. Metà della navigazione porta a placeholder, la funzione centrale dell'app (notifiche persistenti) dipende da un Service Worker che non si registra, e una singola regola CSS rimpicciolisce ogni testo proprio sui dispositivi dove servirebbe restare leggibile.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Navigazione: metà del menu è un vicolo cieco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 navigando manualmente ogni voce del menu principale in build di produzione (localhost:4174)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566928"/>
          </a:xfrm>
          <a:prstGeom prst="roundRect">
            <a:avLst>
              <a:gd name="adj" fmla="val 1935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00784"/>
            <a:ext cx="365760" cy="36576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550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017520" y="165506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 reale — statistiche, calendario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7040880" cy="566928"/>
          </a:xfrm>
          <a:prstGeom prst="roundRect">
            <a:avLst>
              <a:gd name="adj" fmla="val 1935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2340864"/>
            <a:ext cx="365760" cy="36576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2951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17520" y="22951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 reale — vista giornaliera/settimanale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7040880" cy="566928"/>
          </a:xfrm>
          <a:prstGeom prst="roundRect">
            <a:avLst>
              <a:gd name="adj" fmla="val 19355"/>
            </a:avLst>
          </a:prstGeom>
          <a:solidFill>
            <a:srgbClr val="FBE9EA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" y="298094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9352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17520" y="29352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"Pagina in costruzione..."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7040880" cy="566928"/>
          </a:xfrm>
          <a:prstGeom prst="roundRect">
            <a:avLst>
              <a:gd name="adj" fmla="val 19355"/>
            </a:avLst>
          </a:prstGeom>
          <a:solidFill>
            <a:srgbClr val="FBE9EA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362102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621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5753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017520" y="357530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"Pagina in costruzione..."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7040880" cy="566928"/>
          </a:xfrm>
          <a:prstGeom prst="roundRect">
            <a:avLst>
              <a:gd name="adj" fmla="val 19355"/>
            </a:avLst>
          </a:prstGeom>
          <a:solidFill>
            <a:srgbClr val="FBE9EA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426110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2153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017520" y="421538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"Pagina in costruzione..."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7040880" cy="566928"/>
          </a:xfrm>
          <a:prstGeom prst="roundRect">
            <a:avLst>
              <a:gd name="adj" fmla="val 1935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" y="4901184"/>
            <a:ext cx="365760" cy="36576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88720" y="4855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017520" y="485546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 reale — stato permessi notifiche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09560" y="1600200"/>
            <a:ext cx="3703320" cy="3767328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09560" y="20574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8275320" y="2971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 sezioni promesse dal menu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ancora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366760" y="3794760"/>
            <a:ext cx="27889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39776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un problema: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nav promette un prodotto completo. Si clicca aspettandosi una funzione e si trova un placeholder — sensazione di app abbandonata, non “in lavorazione”.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Il Service Worker non si registra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4434840"/>
          </a:xfrm>
          <a:prstGeom prst="roundRect">
            <a:avLst>
              <a:gd name="adj" fmla="val 247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succede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212848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241B1B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286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navigator.serviceWorker.register('/sw.js')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Failed to register a ServiceWorker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scope: An unknown error occurred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fetching the script.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 — non è un falso allarme: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237744" cy="237744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67588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dist/sw.js esiste (1939 righe)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087368"/>
            <a:ext cx="237744" cy="237744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873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059936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--check: sintassi valida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471416"/>
            <a:ext cx="237744" cy="237744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714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443984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/sw.js → 200, content-type corretto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855464"/>
            <a:ext cx="237744" cy="237744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55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828032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Riprodotto sia in dev che in build di produzione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141C48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194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dichiarato dell'app è “ricordare ripetutamente all'utente ciò che sta per scadere finché non conferma di averlo completato.” Le notifiche ad app chiusa dipendono interamente dal Service Worker.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0" y="3520440"/>
            <a:ext cx="41605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657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402336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corretto + fetch OK + sintassi OK, ma la registrazione fallisce comunque → il fallimento è a livello di registrazione del browser (scope/stato SW orfano sull'origine), non del codice del worker. Richiede un'indagine mirata, non ancora risolta in questa sessione.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Due alberi HTML per mobile e desktop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varianti CSS dello stesso markup: markup duplicato, con un &lt;main&gt; annidato dentro l'altro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MOBILE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classi: lg:hidden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060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 (banner)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33272" y="3108960"/>
            <a:ext cx="43159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10896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97864" y="3611880"/>
            <a:ext cx="415137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5024" y="3611880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35024" y="406908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2700">
            <a:solidFill>
              <a:srgbClr val="D6455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472184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contenuto: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“Nessun task in sospeso” ecc.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78308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5A6BB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7830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DESKTOP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2212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classi: hidden lg:flex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606040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6060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 (banner)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93992" y="3108960"/>
            <a:ext cx="431596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310896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58584" y="3611880"/>
            <a:ext cx="415137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3611880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95744" y="406908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FBE9EA"/>
          </a:solidFill>
          <a:ln w="12700">
            <a:solidFill>
              <a:srgbClr val="D6455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232904" y="4069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contenuto: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“Nessun task in sospeso” ecc.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0" y="3246120"/>
            <a:ext cx="594360" cy="5943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0881360" cy="6858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58064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Impatto: HTML non valido (main dentro main) e due landmark “main” sulla stessa pagina — screen reader confuso, SEO penalizzato. Preferibile un solo markup con classi responsive.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RADICE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Perché il mobile sembra “curato peggio”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00" cy="2880360"/>
          </a:xfrm>
          <a:prstGeom prst="roundRect">
            <a:avLst>
              <a:gd name="adj" fmla="val 3810"/>
            </a:avLst>
          </a:prstGeom>
          <a:solidFill>
            <a:srgbClr val="241B1B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src/styles/global.css : 315–319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B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639px)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C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html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0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font-size: 14px;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C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5B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C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resto del design system definisce i testi quasi interamente in rem → questa regola li rimpicciolisce tutti, ovunque, sotto i 640px.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66420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"+ Nuovo Task" — text-label-sm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Task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11px dichiarati (0.6875rem)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281160" y="2084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Task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8116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9.6px reali su mobile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30175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1729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Altezza pulsante vs. touch target minimo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75120" y="3977640"/>
            <a:ext cx="1554480" cy="292608"/>
          </a:xfrm>
          <a:prstGeom prst="roundRect">
            <a:avLst>
              <a:gd name="adj" fmla="val 9375"/>
            </a:avLst>
          </a:prstGeom>
          <a:solidFill>
            <a:srgbClr val="D64550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9502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 reali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3611880"/>
            <a:ext cx="2148840" cy="292608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35844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44px min. raccomandati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Giustificazione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responsive design non deve mai far rimpicciolire il testo scendendo di viewport — su schermi piccoli il testo deve restare uguale o crescere. Fix consigliato: rimuovere la media query e lasciare html { font-size: 16px } fisso; i token rem tornano automaticamente alle dimensioni previste dal design system, ovunque.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Dettaglio minore: filtri ambigui nella pagina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Riscontrato navigando alla pagina /agenda a viewport desktop (1280px)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3657600"/>
          </a:xfrm>
          <a:prstGeom prst="roundRect">
            <a:avLst>
              <a:gd name="adj" fmla="val 3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05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 filtri renderizzata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 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 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03320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 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Importanza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2194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7D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 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" y="2103120"/>
            <a:ext cx="5760720" cy="685800"/>
          </a:xfrm>
          <a:prstGeom prst="roundRect">
            <a:avLst>
              <a:gd name="adj" fmla="val 13333"/>
            </a:avLst>
          </a:prstGeom>
          <a:ln w="19050">
            <a:solidFill>
              <a:srgbClr val="D645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68680" y="320040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controlli distinti, tutti mostrano "Tutti" — nessuna etichetta distingue cosa filtrano finché non li apri.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1600200"/>
            <a:ext cx="438912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Giustificazione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2194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deve aprire ogni dropdown per capire a cosa si riferisce. È un attrito piccolo ma cumulativo, e a differenza degli altri bug non richiede indagine: basta una label sopra o dentro ciascun controllo.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3703320"/>
            <a:ext cx="37947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8862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Priorità: bassa — fix rapido, nessun rischio funzionale.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Priorità di intervento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 consigliato, dal blocco più critico al rifinimento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0" cy="896112"/>
          </a:xfrm>
          <a:prstGeom prst="roundRect">
            <a:avLst>
              <a:gd name="adj" fmla="val 13333"/>
            </a:avLst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non si registra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691640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 la funzione centrale dell'app (notifiche persistenti). Indagare a fondo la causa della registrazione fallita.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51176"/>
            <a:ext cx="822960" cy="896112"/>
          </a:xfrm>
          <a:prstGeom prst="roundRect">
            <a:avLst>
              <a:gd name="adj" fmla="val 13333"/>
            </a:avLst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5117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642616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responsive del font-size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642616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sistemica, fix a riga singola: rimuovere la media query in global.css:315–319.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02152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02152"/>
            <a:ext cx="822960" cy="896112"/>
          </a:xfrm>
          <a:prstGeom prst="roundRect">
            <a:avLst>
              <a:gd name="adj" fmla="val 13333"/>
            </a:avLst>
          </a:prstGeom>
          <a:solidFill>
            <a:srgbClr val="E3A00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02152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59359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pagine stub nel menu principale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593592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Nascondere Tasks/Filters/Alerts finché non sono pronte, o completarle prima del rilascio.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53128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453128"/>
            <a:ext cx="822960" cy="896112"/>
          </a:xfrm>
          <a:prstGeom prst="roundRect">
            <a:avLst>
              <a:gd name="adj" fmla="val 13333"/>
            </a:avLst>
          </a:prstGeom>
          <a:solidFill>
            <a:srgbClr val="5A6BB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5312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54456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mobile/desktop duplicato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544568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Unificare in un solo &lt;main&gt;/&lt;header&gt;/&lt;nav&gt; con classi responsive, non due alberi paralleli.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04104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41C4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5404104"/>
            <a:ext cx="822960" cy="896112"/>
          </a:xfrm>
          <a:prstGeom prst="roundRect">
            <a:avLst>
              <a:gd name="adj" fmla="val 13333"/>
            </a:avLst>
          </a:prstGeom>
          <a:solidFill>
            <a:srgbClr val="2E9E6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0410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549554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“Tutti” senza etichetta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5495544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una label per ciascuno dei 4 dropdown nella pagina Agenda.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6035040" cy="6035040"/>
          </a:xfrm>
          <a:prstGeom prst="ellipse">
            <a:avLst/>
          </a:prstGeom>
          <a:solidFill>
            <a:srgbClr val="141C48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120640" cy="5120640"/>
          </a:xfrm>
          <a:prstGeom prst="ellipse">
            <a:avLst/>
          </a:prstGeom>
          <a:solidFill>
            <a:srgbClr val="141C48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1488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“Non è disegnato male —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è un prodotto non finito.”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25880" y="3931920"/>
            <a:ext cx="914400" cy="0"/>
          </a:xfrm>
          <a:prstGeom prst="line">
            <a:avLst/>
          </a:prstGeom>
          <a:noFill/>
          <a:ln w="38100">
            <a:solidFill>
              <a:srgbClr val="D64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fix critici (Service Worker, font-size) risolverebbero la maggior parte della percezione negativa segnalata.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Intelligente — Review di layout e responsive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Intelligente — Layout &amp; Responsive Review</dc:title>
  <dc:subject>PptxGenJS Presentation</dc:subject>
  <dc:creator>Claude</dc:creator>
  <cp:lastModifiedBy>Claude</cp:lastModifiedBy>
  <cp:revision>1</cp:revision>
  <dcterms:created xsi:type="dcterms:W3CDTF">2026-08-13T15:08:03Z</dcterms:created>
  <dcterms:modified xsi:type="dcterms:W3CDTF">2026-08-13T15:08:03Z</dcterms:modified>
</cp:coreProperties>
</file>